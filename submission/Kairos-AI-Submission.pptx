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</p:sldIdLst>
  <p:sldSz cx="9144000" cy="5143500" type="screen16x9"/>
  <p:notesSz cx="6858000" cy="9144000"/>
  <p:embeddedFontLst>
    <p:embeddedFont>
      <p:font typeface="Google Sans Flex" panose="020B0604020202020204" charset="0"/>
      <p:regular r:id="rId17"/>
      <p:bold r:id="rId18"/>
    </p:embeddedFont>
    <p:embeddedFont>
      <p:font typeface="Google Sans Flex Medium" panose="020B0604020202020204" charset="0"/>
      <p:regular r:id="rId19"/>
      <p:bold r:id="rId20"/>
    </p:embeddedFont>
    <p:embeddedFont>
      <p:font typeface="Google Sans Flex SemiBold" panose="020B0604020202020204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drive/u/1/folders/1-W7LAChaeTS-c9UKNpMyIzHEPwEwOItQ" TargetMode="Externa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b="0" dirty="0">
                <a:latin typeface="Calibri"/>
              </a:rPr>
              <a:t>  Kairos AI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b="0" dirty="0">
                <a:latin typeface="Calibri"/>
              </a:rPr>
              <a:t>  Puneet Pahuja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b="0" dirty="0">
                <a:latin typeface="Calibri"/>
              </a:rPr>
              <a:t>  Manufacturing - Intelligent Operations &amp; Industrial Efficiency: autonomous remote fault diagnosis &amp; self-healing for power devices to cut downtime</a:t>
            </a:r>
            <a:endParaRPr lang="en-US" b="0" dirty="0">
              <a:latin typeface="Calibri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dirty="0">
                <a:latin typeface="Calibri"/>
              </a:rPr>
              <a:t>Team members:  Khushboo Verma, Anurag Verma</a:t>
            </a: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4EA6"/>
                </a:solidFill>
                <a:latin typeface="Calibri"/>
              </a:rPr>
              <a:t>Kairos AI puts an expert reliability engineer inside every power device.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328"/>
                </a:solidFill>
                <a:latin typeface="Calibri"/>
              </a:rPr>
              <a:t>It learns each device from its own documentation - datasheets, register maps and event-log structure - using retrieval-augmented generation on Vertex AI, then continuously monitors live telemetry and event logs remotely.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328"/>
                </a:solidFill>
                <a:latin typeface="Calibri"/>
              </a:rPr>
              <a:t>A five-agent engine detects anomalies, diagnoses the root cause with cited evidence, decides with confidence-gated autonomy, acts to self-heal or escalate (human-in-the-loop), and verifies the fix - quantifying the downtime and cost avoided. The same engine serves both historical and live analysis.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87A4B"/>
                </a:solidFill>
                <a:latin typeface="Calibri"/>
              </a:rPr>
              <a:t>Built end-to-end on Google Cloud: Gemini 2.5 Flash on Vertex AI, Vertex embeddings, Firestore, Cloud Storage, BigQuery and Secret Manager - deployed on Cloud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4EA6"/>
                </a:solidFill>
                <a:latin typeface="Calibri"/>
              </a:rPr>
              <a:t>How different is it from existing ideas?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Existing tools only alert. Kairos AI explains the root cause, correlates cascading alarms across the dependency chain, and closes the loop - decide, act, verify - with human approval, not just detection.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174EA6"/>
                </a:solidFill>
                <a:latin typeface="Calibri"/>
              </a:rPr>
              <a:t>How will it solve the problem?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Remote, autonomous diagnosis in seconds removes the wait for an on-site engineer, cutting downtime. Every answer is grounded in the device's own manuals, so a junior technician gets senior-grade insight.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174EA6"/>
                </a:solidFill>
                <a:latin typeface="Calibri"/>
              </a:rPr>
              <a:t>USP of the proposed solution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Self-configuring monitoring - the agent reads the datasheet to pick parameters, thresholds and decode event logs - plus one engine for live and historic data, and honest, cited, human-in-the-loop AI on a deep Google Cloud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Role-based multi-device platform (admin / engineer / viewer) with hashed authentication.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Per-device knowledge base via RAG using Vertex AI embeddings (text-embedding-004).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Knowledge ingestion: upload PDF / Word / Excel, or pull from GitHub and Confluence.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Ask the device - agentic assistant with Ask / Plan / Agent modes; generates datasets, test cases and code.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Five-agent analysis engine: Monitor -&gt; Diagnose -&gt; Decide -&gt; Act -&gt; Verify.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Datasheet-driven live monitoring over REST, with automatic event-log decoding.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Quantifies diagnosis accuracy, downtime avoided and cost avoided against a baseline.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One engine for both historical datasets and live streams; secure secrets via Secret Manager.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ag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19" y="1417320"/>
            <a:ext cx="58521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hot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463040"/>
            <a:ext cx="4023359" cy="2514599"/>
          </a:xfrm>
          <a:prstGeom prst="rect">
            <a:avLst/>
          </a:prstGeom>
        </p:spPr>
      </p:pic>
      <p:pic>
        <p:nvPicPr>
          <p:cNvPr id="105" name="Picture 104" descr="shot_ch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463040"/>
            <a:ext cx="4023359" cy="25145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19" y="1417320"/>
            <a:ext cx="58521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Gemini 2.5 Flash on Vertex AI - grounded reasoning, root-cause analysis and generation.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Vertex AI Embeddings (text-embedding-004) - RAG retrieval over device documents.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Firestore - platform state: users, devices, sources, chunks and knowledge links.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Cloud Storage - telemetry and generated/uploaded datasets.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BigQuery - partitioned audit trail with 30-day retention.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Secret Manager - integration keys, never stored in device records.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Cloud Run - serverless deployment; dedicated service account via ADC; scales to zero.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Python, Streamlit, scikit-learn (robust-Z + Isolation Forest) for the engine and UI.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187A4B"/>
                </a:solidFill>
                <a:latin typeface="Calibri"/>
              </a:rPr>
              <a:t>Rules check: uses a Google AI model (Gemini) and is deployed on Google Cloud via Cloud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Cloud Run - scale-to-zero; ~$0 when idle, pay only per request.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Vertex AI (Gemini + embeddings) - per-token pricing; low for a demo workload.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Firestore / Cloud Storage / BigQuery - minimal at demo scale (free-tier friendly).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174EA6"/>
                </a:solidFill>
                <a:latin typeface="Calibri"/>
              </a:rPr>
              <a:t>Estimated demo running cost: under $50 / month.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Production cost scales roughly linearly per device and per analysis, with no fixed server cost.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B7A"/>
                </a:solidFill>
                <a:latin typeface="Calibri"/>
              </a:rPr>
              <a:t>(Illustrative estimate - actual cost depends on usage, region and data volume.)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_analy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463040"/>
            <a:ext cx="4023359" cy="2514599"/>
          </a:xfrm>
          <a:prstGeom prst="rect">
            <a:avLst/>
          </a:prstGeom>
        </p:spPr>
      </p:pic>
      <p:pic>
        <p:nvPicPr>
          <p:cNvPr id="137" name="Picture 136" descr="shot_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463040"/>
            <a:ext cx="4023359" cy="25145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121 automated tests passing (auth, RAG, generation, engine, live bridge, PRISM parity).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Demo analysis: 3 assets with 3 injected faults -&gt; 100% diagnosis accuracy vs ground truth.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Illustrative impact: 223 minutes of downtime avoided and $153,550 cost avoided across 6 incidents, each scored against a no-platform baseline (synthetic scenarios, not realized savings).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MTTR drops from tens of hours to 1-2 analysis cycles.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Deployed and verified live on Cloud Run - Firestore-backed, Gemini on Vertex AI, zero runtime errors.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11480" y="1371600"/>
            <a:ext cx="8321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Real edge-sensor and IoT integration via Pub/Sub and Dataflow for always-on ingestion.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Multi-device fleet modeling with topology correlation across an entire site.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Predictive maintenance - forecasting failures before they occur.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Support for additional industrial protocols (Modbus, DLMS and others).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Mobile alerts and automated work-order dispatch; multi-tenant SaaS for operators.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02328"/>
                </a:solidFill>
                <a:latin typeface="Calibri"/>
              </a:rPr>
              <a:t>•  Domain-tuned models and on-device inference for low-connectivity sites.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411480" y="1371600"/>
            <a:ext cx="8321040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74EA6"/>
                </a:solidFill>
                <a:latin typeface="Calibri"/>
              </a:rPr>
              <a:t>GitHub Public Repository:</a:t>
            </a:r>
          </a:p>
          <a:p>
            <a:pPr algn="l">
              <a:spcAft>
                <a:spcPts val="1200"/>
              </a:spcAft>
            </a:pPr>
            <a:r>
              <a:rPr sz="1300" b="0" dirty="0">
                <a:solidFill>
                  <a:srgbClr val="202328"/>
                </a:solidFill>
                <a:latin typeface="Calibri"/>
              </a:rPr>
              <a:t>https://github.com/puneetpahuja-eaton/kairos-ai</a:t>
            </a:r>
          </a:p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74EA6"/>
                </a:solidFill>
                <a:latin typeface="Calibri"/>
              </a:rPr>
              <a:t>Demo Video (3 minutes):</a:t>
            </a:r>
          </a:p>
          <a:p>
            <a:pPr>
              <a:spcAft>
                <a:spcPts val="1200"/>
              </a:spcAft>
            </a:pPr>
            <a:r>
              <a:rPr lang="en-US" sz="1300">
                <a:solidFill>
                  <a:srgbClr val="5F6B7A"/>
                </a:solidFill>
                <a:latin typeface="Calibri"/>
                <a:hlinkClick r:id="rId5"/>
              </a:rPr>
              <a:t>https://drive.google.com/drive/u/1/folders/1-W7LAChaeTS-c9UKNpMyIzHEPwEwOItQ</a:t>
            </a:r>
            <a:endParaRPr lang="en-US" sz="1300">
              <a:solidFill>
                <a:srgbClr val="5F6B7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174EA6"/>
                </a:solidFill>
                <a:latin typeface="Calibri"/>
              </a:rPr>
              <a:t>Final </a:t>
            </a:r>
            <a:r>
              <a:rPr sz="1300" b="1" dirty="0">
                <a:solidFill>
                  <a:srgbClr val="174EA6"/>
                </a:solidFill>
                <a:latin typeface="Calibri"/>
              </a:rPr>
              <a:t>Product (deployed on Cloud Run):</a:t>
            </a:r>
          </a:p>
          <a:p>
            <a:pPr algn="l">
              <a:spcAft>
                <a:spcPts val="600"/>
              </a:spcAft>
            </a:pPr>
            <a:r>
              <a:rPr sz="1300" b="0" dirty="0">
                <a:solidFill>
                  <a:srgbClr val="202328"/>
                </a:solidFill>
                <a:latin typeface="Calibri"/>
              </a:rPr>
              <a:t>https://kairos-ai-498775210896.asia-south1.run.app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964</Words>
  <Application>Microsoft Office PowerPoint</Application>
  <PresentationFormat>On-screen Show (16:9)</PresentationFormat>
  <Paragraphs>68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Google Sans Flex Medium</vt:lpstr>
      <vt:lpstr>Google Sans Flex</vt:lpstr>
      <vt:lpstr>Google Sans Flex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Pahuja, Puneet</cp:lastModifiedBy>
  <cp:revision>2</cp:revision>
  <dcterms:modified xsi:type="dcterms:W3CDTF">2026-10-18T17:13:00Z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f418558-72e5-4d8e-958f-cfe0e73e210d_Enabled">
    <vt:lpwstr>true</vt:lpwstr>
  </property>
  <property fmtid="{D5CDD505-2E9C-101B-9397-08002B2CF9AE}" pid="3" name="MSIP_Label_ff418558-72e5-4d8e-958f-cfe0e73e210d_SetDate">
    <vt:lpwstr>2026-10-18T17:10:13Z</vt:lpwstr>
  </property>
  <property fmtid="{D5CDD505-2E9C-101B-9397-08002B2CF9AE}" pid="4" name="MSIP_Label_ff418558-72e5-4d8e-958f-cfe0e73e210d_Method">
    <vt:lpwstr>Standard</vt:lpwstr>
  </property>
  <property fmtid="{D5CDD505-2E9C-101B-9397-08002B2CF9AE}" pid="5" name="MSIP_Label_ff418558-72e5-4d8e-958f-cfe0e73e210d_Name">
    <vt:lpwstr>Eaton Internal Only (IP2)</vt:lpwstr>
  </property>
  <property fmtid="{D5CDD505-2E9C-101B-9397-08002B2CF9AE}" pid="6" name="MSIP_Label_ff418558-72e5-4d8e-958f-cfe0e73e210d_SiteId">
    <vt:lpwstr>d6525c95-b906-431a-b926-e9b51ba43cc4</vt:lpwstr>
  </property>
  <property fmtid="{D5CDD505-2E9C-101B-9397-08002B2CF9AE}" pid="7" name="MSIP_Label_ff418558-72e5-4d8e-958f-cfe0e73e210d_ActionId">
    <vt:lpwstr>9013117f-6ac9-4f4d-a68b-183affbe2f41</vt:lpwstr>
  </property>
  <property fmtid="{D5CDD505-2E9C-101B-9397-08002B2CF9AE}" pid="8" name="MSIP_Label_ff418558-72e5-4d8e-958f-cfe0e73e210d_ContentBits">
    <vt:lpwstr>0</vt:lpwstr>
  </property>
  <property fmtid="{D5CDD505-2E9C-101B-9397-08002B2CF9AE}" pid="9" name="MSIP_Label_ff418558-72e5-4d8e-958f-cfe0e73e210d_Tag">
    <vt:lpwstr>10, 3, 0, 1</vt:lpwstr>
  </property>
</Properties>
</file>