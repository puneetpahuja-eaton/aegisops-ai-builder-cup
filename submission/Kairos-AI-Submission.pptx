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b="0">
                <a:latin typeface="Calibri"/>
              </a:rPr>
              <a:t>  Kairos AI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b="0">
                <a:latin typeface="Calibri"/>
              </a:rPr>
              <a:t>  Puneet Pahuja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b="0">
                <a:latin typeface="Calibri"/>
              </a:rPr>
              <a:t>  Manufacturing - Intelligent Operations &amp; Industrial Efficiency: autonomous remote fault diagnosis &amp; self-healing for power devices to cut downtime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Calibri"/>
              </a:rPr>
              <a:t>Team members:  Khushboo Verma, Anurag Verma</a:t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1480" y="1371600"/>
            <a:ext cx="8321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4EA6"/>
                </a:solidFill>
                <a:latin typeface="Calibri"/>
              </a:rPr>
              <a:t>Kairos AI puts an expert reliability engineer inside every power device.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02328"/>
                </a:solidFill>
                <a:latin typeface="Calibri"/>
              </a:rPr>
              <a:t>It learns each device from its own documentation - datasheets, register maps and event-log structure - using retrieval-augmented generation on Vertex AI, then continuously monitors live telemetry and event logs remotely.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02328"/>
                </a:solidFill>
                <a:latin typeface="Calibri"/>
              </a:rPr>
              <a:t>A five-agent engine detects anomalies, diagnoses the root cause with cited evidence, decides with confidence-gated autonomy, acts to self-heal or escalate (human-in-the-loop), and verifies the fix - quantifying the downtime and cost avoided. The same engine serves both historical and live analysis.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87A4B"/>
                </a:solidFill>
                <a:latin typeface="Calibri"/>
              </a:rPr>
              <a:t>Built end-to-end on Google Cloud: Gemini 2.5 Flash on Vertex AI, Vertex embeddings, Firestore, Cloud Storage, BigQuery and Secret Manager - deployed on Cloud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1480" y="1371600"/>
            <a:ext cx="8321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74EA6"/>
                </a:solidFill>
                <a:latin typeface="Calibri"/>
              </a:rPr>
              <a:t>How different is it from existing ideas?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Existing tools only alert. Kairos AI explains the root cause, correlates cascading alarms across the dependency chain, and closes the loop - decide, act, verify - with human approval, not just detection.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74EA6"/>
                </a:solidFill>
                <a:latin typeface="Calibri"/>
              </a:rPr>
              <a:t>How will it solve the problem?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Remote, autonomous diagnosis in seconds removes the wait for an on-site engineer, cutting downtime. Every answer is grounded in the device's own manuals, so a junior technician gets senior-grade insight.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74EA6"/>
                </a:solidFill>
                <a:latin typeface="Calibri"/>
              </a:rPr>
              <a:t>USP of the proposed solution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Self-configuring monitoring - the agent reads the datasheet to pick parameters, thresholds and decode event logs - plus one engine for live and historic data, and honest, cited, human-in-the-loop AI on a deep Google Cloud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11480" y="1371600"/>
            <a:ext cx="8321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Role-based multi-device platform (admin / engineer / viewer) with hashed authentication.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Per-device knowledge base via RAG using Vertex AI embeddings (text-embedding-004).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Knowledge ingestion: upload PDF / Word / Excel, or pull from GitHub and Confluence.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Ask the device - agentic assistant with Ask / Plan / Agent modes; generates datasets, test cases and code.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Five-agent analysis engine: Monitor -&gt; Diagnose -&gt; Decide -&gt; Act -&gt; Verify.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Datasheet-driven live monitoring over REST, with automatic event-log decoding.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Quantifies diagnosis accuracy, downtime avoided and cost avoided against a baseline.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One engine for both historical datasets and live streams; secure secrets via Secret Manager.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ag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19" y="141732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shot_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463040"/>
            <a:ext cx="4023359" cy="2514599"/>
          </a:xfrm>
          <a:prstGeom prst="rect">
            <a:avLst/>
          </a:prstGeom>
        </p:spPr>
      </p:pic>
      <p:pic>
        <p:nvPicPr>
          <p:cNvPr id="105" name="Picture 104" descr="shot_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1463040"/>
            <a:ext cx="4023359" cy="2514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19" y="141732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11480" y="1371600"/>
            <a:ext cx="8321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Gemini 2.5 Flash on Vertex AI - grounded reasoning, root-cause analysis and generation.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Vertex AI Embeddings (text-embedding-004) - RAG retrieval over device documents.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Firestore - platform state: users, devices, sources, chunks and knowledge links.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Cloud Storage - telemetry and generated/uploaded datasets.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BigQuery - partitioned audit trail with 30-day retention.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Secret Manager - integration keys, never stored in device records.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Cloud Run - serverless deployment; dedicated service account via ADC; scales to zero.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Python, Streamlit, scikit-learn (robust-Z + Isolation Forest) for the engine and UI.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87A4B"/>
                </a:solidFill>
                <a:latin typeface="Calibri"/>
              </a:rPr>
              <a:t>Rules check: uses a Google AI model (Gemini) and is deployed on Google Cloud via Cloud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11480" y="1371600"/>
            <a:ext cx="8321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Cloud Run - scale-to-zero; ~$0 when idle, pay only per request.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Vertex AI (Gemini + embeddings) - per-token pricing; low for a demo workload.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Firestore / Cloud Storage / BigQuery - minimal at demo scale (free-tier friendly).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74EA6"/>
                </a:solidFill>
                <a:latin typeface="Calibri"/>
              </a:rPr>
              <a:t>Estimated demo running cost: under $50 / month.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Production cost scales roughly linearly per device and per analysis, with no fixed server cost.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6B7A"/>
                </a:solidFill>
                <a:latin typeface="Calibri"/>
              </a:rPr>
              <a:t>(Illustrative estimate - actual cost depends on usage, region and data volume.)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shot_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463040"/>
            <a:ext cx="4023359" cy="2514599"/>
          </a:xfrm>
          <a:prstGeom prst="rect">
            <a:avLst/>
          </a:prstGeom>
        </p:spPr>
      </p:pic>
      <p:pic>
        <p:nvPicPr>
          <p:cNvPr id="137" name="Picture 136" descr="shot_li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1463040"/>
            <a:ext cx="4023359" cy="25145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11480" y="1371600"/>
            <a:ext cx="8321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121 automated tests passing (auth, RAG, generation, engine, live bridge, PRISM parity).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Demo analysis: 3 assets with 3 injected faults -&gt; 100% diagnosis accuracy vs ground truth.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Illustrative impact: 223 minutes of downtime avoided and $153,550 cost avoided across 6 incidents, each scored against a no-platform baseline (synthetic scenarios, not realized savings).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MTTR drops from tens of hours to 1-2 analysis cycles.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Deployed and verified live on Cloud Run - Firestore-backed, Gemini on Vertex AI, zero runtime errors.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11480" y="1371600"/>
            <a:ext cx="8321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Real edge-sensor and IoT integration via Pub/Sub and Dataflow for always-on ingestion.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Multi-device fleet modeling with topology correlation across an entire site.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Predictive maintenance - forecasting failures before they occur.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Support for additional industrial protocols (Modbus, DLMS and others).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Mobile alerts and automated work-order dispatch; multi-tenant SaaS for operators.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02328"/>
                </a:solidFill>
                <a:latin typeface="Calibri"/>
              </a:rPr>
              <a:t>•  Domain-tuned models and on-device inference for low-connectivity sites.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411480" y="1371600"/>
            <a:ext cx="8321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74EA6"/>
                </a:solidFill>
                <a:latin typeface="Calibri"/>
              </a:rPr>
              <a:t>GitHub Public Repository: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02328"/>
                </a:solidFill>
                <a:latin typeface="Calibri"/>
              </a:rPr>
              <a:t>https://github.com/puneetpahuja-eaton/kairos-ai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74EA6"/>
                </a:solidFill>
                <a:latin typeface="Calibri"/>
              </a:rPr>
              <a:t>Demo Video (3 minutes):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[Add your public YouTube / Vimeo / Drive link here after recording]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74EA6"/>
                </a:solidFill>
                <a:latin typeface="Calibri"/>
              </a:rPr>
              <a:t>Final Product (deployed on Cloud Run):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328"/>
                </a:solidFill>
                <a:latin typeface="Calibri"/>
              </a:rPr>
              <a:t>https://kairos-ai-498775210896.asia-south1.run.app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